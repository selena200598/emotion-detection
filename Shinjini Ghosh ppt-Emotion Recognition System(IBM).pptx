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58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F36B50-B871-477E-98CF-84DED87D16F4}" v="56" dt="2025-11-16T16:35:52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298" autoAdjust="0"/>
  </p:normalViewPr>
  <p:slideViewPr>
    <p:cSldViewPr snapToGrid="0">
      <p:cViewPr varScale="1">
        <p:scale>
          <a:sx n="47" d="100"/>
          <a:sy n="47" d="100"/>
        </p:scale>
        <p:origin x="53" y="1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njini Ghosh 3012" userId="8753df025f0669cc" providerId="LiveId" clId="{D90BEED1-1AF1-49D1-954A-0537436BF3B3}"/>
    <pc:docChg chg="undo custSel addSld delSld modSld">
      <pc:chgData name="Shinjini Ghosh 3012" userId="8753df025f0669cc" providerId="LiveId" clId="{D90BEED1-1AF1-49D1-954A-0537436BF3B3}" dt="2025-11-16T16:35:52.480" v="786" actId="1076"/>
      <pc:docMkLst>
        <pc:docMk/>
      </pc:docMkLst>
      <pc:sldChg chg="modSp del mod">
        <pc:chgData name="Shinjini Ghosh 3012" userId="8753df025f0669cc" providerId="LiveId" clId="{D90BEED1-1AF1-49D1-954A-0537436BF3B3}" dt="2025-11-16T16:17:17.137" v="587" actId="47"/>
        <pc:sldMkLst>
          <pc:docMk/>
          <pc:sldMk cId="3671497000" sldId="257"/>
        </pc:sldMkLst>
        <pc:spChg chg="mod">
          <ac:chgData name="Shinjini Ghosh 3012" userId="8753df025f0669cc" providerId="LiveId" clId="{D90BEED1-1AF1-49D1-954A-0537436BF3B3}" dt="2025-11-15T17:57:33.769" v="408" actId="1076"/>
          <ac:spMkLst>
            <pc:docMk/>
            <pc:sldMk cId="3671497000" sldId="257"/>
            <ac:spMk id="2" creationId="{96AAE14B-D468-B409-8B4B-1CBF007D66B6}"/>
          </ac:spMkLst>
        </pc:spChg>
        <pc:spChg chg="mod">
          <ac:chgData name="Shinjini Ghosh 3012" userId="8753df025f0669cc" providerId="LiveId" clId="{D90BEED1-1AF1-49D1-954A-0537436BF3B3}" dt="2025-11-15T17:57:37.673" v="409" actId="14100"/>
          <ac:spMkLst>
            <pc:docMk/>
            <pc:sldMk cId="3671497000" sldId="257"/>
            <ac:spMk id="3" creationId="{B27DCF85-2FBA-2DF6-2525-E1AF45B716BB}"/>
          </ac:spMkLst>
        </pc:spChg>
      </pc:sldChg>
      <pc:sldChg chg="addSp delSp modSp mod">
        <pc:chgData name="Shinjini Ghosh 3012" userId="8753df025f0669cc" providerId="LiveId" clId="{D90BEED1-1AF1-49D1-954A-0537436BF3B3}" dt="2025-11-16T16:35:44.208" v="784" actId="1076"/>
        <pc:sldMkLst>
          <pc:docMk/>
          <pc:sldMk cId="597248377" sldId="258"/>
        </pc:sldMkLst>
        <pc:spChg chg="mod">
          <ac:chgData name="Shinjini Ghosh 3012" userId="8753df025f0669cc" providerId="LiveId" clId="{D90BEED1-1AF1-49D1-954A-0537436BF3B3}" dt="2025-11-16T16:18:30.497" v="615" actId="2711"/>
          <ac:spMkLst>
            <pc:docMk/>
            <pc:sldMk cId="597248377" sldId="258"/>
            <ac:spMk id="2" creationId="{B69D5AAB-7264-2F77-071B-B24CFA61263C}"/>
          </ac:spMkLst>
        </pc:spChg>
        <pc:spChg chg="del">
          <ac:chgData name="Shinjini Ghosh 3012" userId="8753df025f0669cc" providerId="LiveId" clId="{D90BEED1-1AF1-49D1-954A-0537436BF3B3}" dt="2025-11-15T22:05:11.933" v="426" actId="478"/>
          <ac:spMkLst>
            <pc:docMk/>
            <pc:sldMk cId="597248377" sldId="258"/>
            <ac:spMk id="3" creationId="{CDED692A-FDCD-B6C0-65B6-0A668C99871F}"/>
          </ac:spMkLst>
        </pc:spChg>
        <pc:spChg chg="add del">
          <ac:chgData name="Shinjini Ghosh 3012" userId="8753df025f0669cc" providerId="LiveId" clId="{D90BEED1-1AF1-49D1-954A-0537436BF3B3}" dt="2025-11-15T22:09:02.579" v="477" actId="478"/>
          <ac:spMkLst>
            <pc:docMk/>
            <pc:sldMk cId="597248377" sldId="258"/>
            <ac:spMk id="9" creationId="{304BFDD8-0153-5C45-2F49-98309327B12F}"/>
          </ac:spMkLst>
        </pc:spChg>
        <pc:picChg chg="add mod">
          <ac:chgData name="Shinjini Ghosh 3012" userId="8753df025f0669cc" providerId="LiveId" clId="{D90BEED1-1AF1-49D1-954A-0537436BF3B3}" dt="2025-11-16T16:35:42.923" v="783" actId="1076"/>
          <ac:picMkLst>
            <pc:docMk/>
            <pc:sldMk cId="597248377" sldId="258"/>
            <ac:picMk id="5" creationId="{91182055-66EE-7FDE-2B86-8C7E54120C05}"/>
          </ac:picMkLst>
        </pc:picChg>
        <pc:picChg chg="add mod modCrop">
          <ac:chgData name="Shinjini Ghosh 3012" userId="8753df025f0669cc" providerId="LiveId" clId="{D90BEED1-1AF1-49D1-954A-0537436BF3B3}" dt="2025-11-16T16:35:44.208" v="784" actId="1076"/>
          <ac:picMkLst>
            <pc:docMk/>
            <pc:sldMk cId="597248377" sldId="258"/>
            <ac:picMk id="7" creationId="{501D3BA0-B27E-1245-176A-7F03374E29EA}"/>
          </ac:picMkLst>
        </pc:picChg>
      </pc:sldChg>
      <pc:sldChg chg="addSp modSp mod">
        <pc:chgData name="Shinjini Ghosh 3012" userId="8753df025f0669cc" providerId="LiveId" clId="{D90BEED1-1AF1-49D1-954A-0537436BF3B3}" dt="2025-11-14T20:03:50.632" v="52" actId="1076"/>
        <pc:sldMkLst>
          <pc:docMk/>
          <pc:sldMk cId="1582172398" sldId="259"/>
        </pc:sldMkLst>
        <pc:spChg chg="mod">
          <ac:chgData name="Shinjini Ghosh 3012" userId="8753df025f0669cc" providerId="LiveId" clId="{D90BEED1-1AF1-49D1-954A-0537436BF3B3}" dt="2025-11-14T20:03:24.110" v="44" actId="1076"/>
          <ac:spMkLst>
            <pc:docMk/>
            <pc:sldMk cId="1582172398" sldId="259"/>
            <ac:spMk id="2" creationId="{038CD5D3-C840-4772-07BB-7B958A21C9F0}"/>
          </ac:spMkLst>
        </pc:spChg>
        <pc:spChg chg="add mod">
          <ac:chgData name="Shinjini Ghosh 3012" userId="8753df025f0669cc" providerId="LiveId" clId="{D90BEED1-1AF1-49D1-954A-0537436BF3B3}" dt="2025-11-14T20:03:50.632" v="52" actId="1076"/>
          <ac:spMkLst>
            <pc:docMk/>
            <pc:sldMk cId="1582172398" sldId="259"/>
            <ac:spMk id="4" creationId="{1FDC79F6-2309-2AAA-754B-1DE140A7CE0D}"/>
          </ac:spMkLst>
        </pc:spChg>
      </pc:sldChg>
      <pc:sldChg chg="addSp delSp modSp mod">
        <pc:chgData name="Shinjini Ghosh 3012" userId="8753df025f0669cc" providerId="LiveId" clId="{D90BEED1-1AF1-49D1-954A-0537436BF3B3}" dt="2025-11-15T17:32:55.361" v="202" actId="1076"/>
        <pc:sldMkLst>
          <pc:docMk/>
          <pc:sldMk cId="3420986016" sldId="260"/>
        </pc:sldMkLst>
        <pc:spChg chg="mod">
          <ac:chgData name="Shinjini Ghosh 3012" userId="8753df025f0669cc" providerId="LiveId" clId="{D90BEED1-1AF1-49D1-954A-0537436BF3B3}" dt="2025-11-15T17:20:02.454" v="110" actId="1076"/>
          <ac:spMkLst>
            <pc:docMk/>
            <pc:sldMk cId="3420986016" sldId="260"/>
            <ac:spMk id="2" creationId="{B64D9BB2-1285-EBF3-705F-B560590EEF9A}"/>
          </ac:spMkLst>
        </pc:spChg>
        <pc:spChg chg="del">
          <ac:chgData name="Shinjini Ghosh 3012" userId="8753df025f0669cc" providerId="LiveId" clId="{D90BEED1-1AF1-49D1-954A-0537436BF3B3}" dt="2025-11-15T17:15:47.824" v="79"/>
          <ac:spMkLst>
            <pc:docMk/>
            <pc:sldMk cId="3420986016" sldId="260"/>
            <ac:spMk id="3" creationId="{B30F7B84-844B-9053-8CC5-3BD80E5F4EC9}"/>
          </ac:spMkLst>
        </pc:spChg>
        <pc:spChg chg="add">
          <ac:chgData name="Shinjini Ghosh 3012" userId="8753df025f0669cc" providerId="LiveId" clId="{D90BEED1-1AF1-49D1-954A-0537436BF3B3}" dt="2025-11-15T17:15:44.453" v="78"/>
          <ac:spMkLst>
            <pc:docMk/>
            <pc:sldMk cId="3420986016" sldId="260"/>
            <ac:spMk id="4" creationId="{EC238AB1-CD90-C068-F8CA-3605DDEFF5FB}"/>
          </ac:spMkLst>
        </pc:spChg>
        <pc:spChg chg="add mod">
          <ac:chgData name="Shinjini Ghosh 3012" userId="8753df025f0669cc" providerId="LiveId" clId="{D90BEED1-1AF1-49D1-954A-0537436BF3B3}" dt="2025-11-15T17:27:28.310" v="187" actId="113"/>
          <ac:spMkLst>
            <pc:docMk/>
            <pc:sldMk cId="3420986016" sldId="260"/>
            <ac:spMk id="5" creationId="{0DE0C85C-580E-A943-B498-938F10198933}"/>
          </ac:spMkLst>
        </pc:spChg>
        <pc:spChg chg="add mod ord">
          <ac:chgData name="Shinjini Ghosh 3012" userId="8753df025f0669cc" providerId="LiveId" clId="{D90BEED1-1AF1-49D1-954A-0537436BF3B3}" dt="2025-11-15T17:21:26.230" v="125" actId="14100"/>
          <ac:spMkLst>
            <pc:docMk/>
            <pc:sldMk cId="3420986016" sldId="260"/>
            <ac:spMk id="6" creationId="{C0DC8C60-5298-ECFD-0C53-D6A1ECAAA1EF}"/>
          </ac:spMkLst>
        </pc:spChg>
        <pc:spChg chg="add mod">
          <ac:chgData name="Shinjini Ghosh 3012" userId="8753df025f0669cc" providerId="LiveId" clId="{D90BEED1-1AF1-49D1-954A-0537436BF3B3}" dt="2025-11-15T17:25:16.702" v="162" actId="14100"/>
          <ac:spMkLst>
            <pc:docMk/>
            <pc:sldMk cId="3420986016" sldId="260"/>
            <ac:spMk id="7" creationId="{3BB08A94-F79B-DC71-9271-8E5D54A9B84B}"/>
          </ac:spMkLst>
        </pc:spChg>
        <pc:spChg chg="add mod">
          <ac:chgData name="Shinjini Ghosh 3012" userId="8753df025f0669cc" providerId="LiveId" clId="{D90BEED1-1AF1-49D1-954A-0537436BF3B3}" dt="2025-11-15T17:25:38.748" v="167" actId="1076"/>
          <ac:spMkLst>
            <pc:docMk/>
            <pc:sldMk cId="3420986016" sldId="260"/>
            <ac:spMk id="8" creationId="{29C96519-7B13-36EC-664A-0AFF3E2A9DA0}"/>
          </ac:spMkLst>
        </pc:spChg>
        <pc:spChg chg="add mod">
          <ac:chgData name="Shinjini Ghosh 3012" userId="8753df025f0669cc" providerId="LiveId" clId="{D90BEED1-1AF1-49D1-954A-0537436BF3B3}" dt="2025-11-15T17:32:22.502" v="196" actId="1076"/>
          <ac:spMkLst>
            <pc:docMk/>
            <pc:sldMk cId="3420986016" sldId="260"/>
            <ac:spMk id="9" creationId="{B2929367-E367-A3B8-D818-8D717BEC70F2}"/>
          </ac:spMkLst>
        </pc:spChg>
        <pc:spChg chg="add mod">
          <ac:chgData name="Shinjini Ghosh 3012" userId="8753df025f0669cc" providerId="LiveId" clId="{D90BEED1-1AF1-49D1-954A-0537436BF3B3}" dt="2025-11-15T17:32:27.749" v="198" actId="1076"/>
          <ac:spMkLst>
            <pc:docMk/>
            <pc:sldMk cId="3420986016" sldId="260"/>
            <ac:spMk id="10" creationId="{BF61AFE6-A507-7B80-B152-EE1B79D0FEE2}"/>
          </ac:spMkLst>
        </pc:spChg>
        <pc:spChg chg="add mod">
          <ac:chgData name="Shinjini Ghosh 3012" userId="8753df025f0669cc" providerId="LiveId" clId="{D90BEED1-1AF1-49D1-954A-0537436BF3B3}" dt="2025-11-15T17:25:56.590" v="171" actId="14100"/>
          <ac:spMkLst>
            <pc:docMk/>
            <pc:sldMk cId="3420986016" sldId="260"/>
            <ac:spMk id="11" creationId="{7F3CE380-8DDE-B16E-042B-4B3A6FDAE0AC}"/>
          </ac:spMkLst>
        </pc:spChg>
        <pc:spChg chg="add mod">
          <ac:chgData name="Shinjini Ghosh 3012" userId="8753df025f0669cc" providerId="LiveId" clId="{D90BEED1-1AF1-49D1-954A-0537436BF3B3}" dt="2025-11-15T17:26:45.601" v="179" actId="14100"/>
          <ac:spMkLst>
            <pc:docMk/>
            <pc:sldMk cId="3420986016" sldId="260"/>
            <ac:spMk id="12" creationId="{FF47429B-1ABB-BBEF-278D-46B7326FF75F}"/>
          </ac:spMkLst>
        </pc:spChg>
        <pc:picChg chg="add mod">
          <ac:chgData name="Shinjini Ghosh 3012" userId="8753df025f0669cc" providerId="LiveId" clId="{D90BEED1-1AF1-49D1-954A-0537436BF3B3}" dt="2025-11-15T17:32:55.361" v="202" actId="1076"/>
          <ac:picMkLst>
            <pc:docMk/>
            <pc:sldMk cId="3420986016" sldId="260"/>
            <ac:picMk id="14" creationId="{6E3509F4-A0EF-AE2C-39C1-92811E16EF85}"/>
          </ac:picMkLst>
        </pc:picChg>
      </pc:sldChg>
      <pc:sldChg chg="addSp delSp modSp mod">
        <pc:chgData name="Shinjini Ghosh 3012" userId="8753df025f0669cc" providerId="LiveId" clId="{D90BEED1-1AF1-49D1-954A-0537436BF3B3}" dt="2025-11-15T17:54:12.679" v="384" actId="1076"/>
        <pc:sldMkLst>
          <pc:docMk/>
          <pc:sldMk cId="218341592" sldId="261"/>
        </pc:sldMkLst>
        <pc:spChg chg="mod">
          <ac:chgData name="Shinjini Ghosh 3012" userId="8753df025f0669cc" providerId="LiveId" clId="{D90BEED1-1AF1-49D1-954A-0537436BF3B3}" dt="2025-11-15T17:45:24.791" v="271" actId="115"/>
          <ac:spMkLst>
            <pc:docMk/>
            <pc:sldMk cId="218341592" sldId="261"/>
            <ac:spMk id="2" creationId="{EC7ED1D4-B906-C104-8CB0-E155AC661CAB}"/>
          </ac:spMkLst>
        </pc:spChg>
        <pc:spChg chg="mod">
          <ac:chgData name="Shinjini Ghosh 3012" userId="8753df025f0669cc" providerId="LiveId" clId="{D90BEED1-1AF1-49D1-954A-0537436BF3B3}" dt="2025-11-15T17:54:12.679" v="384" actId="1076"/>
          <ac:spMkLst>
            <pc:docMk/>
            <pc:sldMk cId="218341592" sldId="261"/>
            <ac:spMk id="3" creationId="{DFF6CDAF-2434-54B0-1BE6-2A66C5D93D9B}"/>
          </ac:spMkLst>
        </pc:spChg>
        <pc:spChg chg="add del mod">
          <ac:chgData name="Shinjini Ghosh 3012" userId="8753df025f0669cc" providerId="LiveId" clId="{D90BEED1-1AF1-49D1-954A-0537436BF3B3}" dt="2025-11-15T17:47:55.239" v="301" actId="478"/>
          <ac:spMkLst>
            <pc:docMk/>
            <pc:sldMk cId="218341592" sldId="261"/>
            <ac:spMk id="4" creationId="{39B861D3-91F5-4FA8-E50D-9B74A65949B3}"/>
          </ac:spMkLst>
        </pc:spChg>
        <pc:spChg chg="add mod">
          <ac:chgData name="Shinjini Ghosh 3012" userId="8753df025f0669cc" providerId="LiveId" clId="{D90BEED1-1AF1-49D1-954A-0537436BF3B3}" dt="2025-11-15T17:54:04.372" v="383" actId="207"/>
          <ac:spMkLst>
            <pc:docMk/>
            <pc:sldMk cId="218341592" sldId="261"/>
            <ac:spMk id="5" creationId="{51711F35-1B17-6A93-8568-8BE802E09326}"/>
          </ac:spMkLst>
        </pc:spChg>
        <pc:spChg chg="add mod ord">
          <ac:chgData name="Shinjini Ghosh 3012" userId="8753df025f0669cc" providerId="LiveId" clId="{D90BEED1-1AF1-49D1-954A-0537436BF3B3}" dt="2025-11-15T17:51:20.806" v="343" actId="1076"/>
          <ac:spMkLst>
            <pc:docMk/>
            <pc:sldMk cId="218341592" sldId="261"/>
            <ac:spMk id="6" creationId="{777F14FA-59D7-11AF-96EF-31A2368F0C5F}"/>
          </ac:spMkLst>
        </pc:spChg>
        <pc:spChg chg="add mod ord">
          <ac:chgData name="Shinjini Ghosh 3012" userId="8753df025f0669cc" providerId="LiveId" clId="{D90BEED1-1AF1-49D1-954A-0537436BF3B3}" dt="2025-11-15T17:51:43.358" v="347" actId="167"/>
          <ac:spMkLst>
            <pc:docMk/>
            <pc:sldMk cId="218341592" sldId="261"/>
            <ac:spMk id="7" creationId="{B4115F30-7D5F-639D-B2A5-D82B57FD8D0F}"/>
          </ac:spMkLst>
        </pc:spChg>
        <pc:spChg chg="add mod ord">
          <ac:chgData name="Shinjini Ghosh 3012" userId="8753df025f0669cc" providerId="LiveId" clId="{D90BEED1-1AF1-49D1-954A-0537436BF3B3}" dt="2025-11-15T17:52:02.597" v="353" actId="167"/>
          <ac:spMkLst>
            <pc:docMk/>
            <pc:sldMk cId="218341592" sldId="261"/>
            <ac:spMk id="8" creationId="{63ECD526-CA03-E4F0-01D5-29EE5403BEAC}"/>
          </ac:spMkLst>
        </pc:spChg>
        <pc:spChg chg="add mod ord">
          <ac:chgData name="Shinjini Ghosh 3012" userId="8753df025f0669cc" providerId="LiveId" clId="{D90BEED1-1AF1-49D1-954A-0537436BF3B3}" dt="2025-11-15T17:52:29.286" v="363" actId="167"/>
          <ac:spMkLst>
            <pc:docMk/>
            <pc:sldMk cId="218341592" sldId="261"/>
            <ac:spMk id="9" creationId="{59749222-9596-BBB9-0C28-66018BE33FF4}"/>
          </ac:spMkLst>
        </pc:spChg>
        <pc:spChg chg="add mod ord">
          <ac:chgData name="Shinjini Ghosh 3012" userId="8753df025f0669cc" providerId="LiveId" clId="{D90BEED1-1AF1-49D1-954A-0537436BF3B3}" dt="2025-11-15T17:52:46.886" v="367" actId="167"/>
          <ac:spMkLst>
            <pc:docMk/>
            <pc:sldMk cId="218341592" sldId="261"/>
            <ac:spMk id="10" creationId="{E65C2DDD-D95B-E1D8-8EAC-85587B2F39C8}"/>
          </ac:spMkLst>
        </pc:spChg>
        <pc:spChg chg="add mod ord">
          <ac:chgData name="Shinjini Ghosh 3012" userId="8753df025f0669cc" providerId="LiveId" clId="{D90BEED1-1AF1-49D1-954A-0537436BF3B3}" dt="2025-11-15T17:53:33.550" v="376" actId="14100"/>
          <ac:spMkLst>
            <pc:docMk/>
            <pc:sldMk cId="218341592" sldId="261"/>
            <ac:spMk id="11" creationId="{F9EC1442-023D-BE52-BE77-1045FF575143}"/>
          </ac:spMkLst>
        </pc:spChg>
      </pc:sldChg>
      <pc:sldChg chg="addSp modSp new mod">
        <pc:chgData name="Shinjini Ghosh 3012" userId="8753df025f0669cc" providerId="LiveId" clId="{D90BEED1-1AF1-49D1-954A-0537436BF3B3}" dt="2025-11-16T16:35:52.480" v="786" actId="1076"/>
        <pc:sldMkLst>
          <pc:docMk/>
          <pc:sldMk cId="2221908817" sldId="262"/>
        </pc:sldMkLst>
        <pc:spChg chg="mod">
          <ac:chgData name="Shinjini Ghosh 3012" userId="8753df025f0669cc" providerId="LiveId" clId="{D90BEED1-1AF1-49D1-954A-0537436BF3B3}" dt="2025-11-16T16:18:22.957" v="614" actId="2711"/>
          <ac:spMkLst>
            <pc:docMk/>
            <pc:sldMk cId="2221908817" sldId="262"/>
            <ac:spMk id="2" creationId="{0D9EC015-4F6A-7BBD-9678-3CC36D24943E}"/>
          </ac:spMkLst>
        </pc:spChg>
        <pc:spChg chg="mod">
          <ac:chgData name="Shinjini Ghosh 3012" userId="8753df025f0669cc" providerId="LiveId" clId="{D90BEED1-1AF1-49D1-954A-0537436BF3B3}" dt="2025-11-16T16:03:41.592" v="580" actId="14100"/>
          <ac:spMkLst>
            <pc:docMk/>
            <pc:sldMk cId="2221908817" sldId="262"/>
            <ac:spMk id="3" creationId="{3CD09585-FA35-DCD3-9F5C-E12DE031BF0F}"/>
          </ac:spMkLst>
        </pc:spChg>
        <pc:picChg chg="add mod">
          <ac:chgData name="Shinjini Ghosh 3012" userId="8753df025f0669cc" providerId="LiveId" clId="{D90BEED1-1AF1-49D1-954A-0537436BF3B3}" dt="2025-11-16T16:35:52.480" v="786" actId="1076"/>
          <ac:picMkLst>
            <pc:docMk/>
            <pc:sldMk cId="2221908817" sldId="262"/>
            <ac:picMk id="2050" creationId="{8C4E251F-4A6C-04FD-542D-E9744AC183EE}"/>
          </ac:picMkLst>
        </pc:picChg>
        <pc:picChg chg="add mod">
          <ac:chgData name="Shinjini Ghosh 3012" userId="8753df025f0669cc" providerId="LiveId" clId="{D90BEED1-1AF1-49D1-954A-0537436BF3B3}" dt="2025-11-16T16:35:49.631" v="785" actId="1076"/>
          <ac:picMkLst>
            <pc:docMk/>
            <pc:sldMk cId="2221908817" sldId="262"/>
            <ac:picMk id="2052" creationId="{1A683A4C-0440-2695-D130-43679B903819}"/>
          </ac:picMkLst>
        </pc:picChg>
      </pc:sldChg>
      <pc:sldChg chg="del">
        <pc:chgData name="Shinjini Ghosh 3012" userId="8753df025f0669cc" providerId="LiveId" clId="{D90BEED1-1AF1-49D1-954A-0537436BF3B3}" dt="2025-11-15T17:57:00.377" v="385" actId="47"/>
        <pc:sldMkLst>
          <pc:docMk/>
          <pc:sldMk cId="2677863116" sldId="262"/>
        </pc:sldMkLst>
      </pc:sldChg>
      <pc:sldChg chg="addSp modSp new mod">
        <pc:chgData name="Shinjini Ghosh 3012" userId="8753df025f0669cc" providerId="LiveId" clId="{D90BEED1-1AF1-49D1-954A-0537436BF3B3}" dt="2025-11-16T16:35:35.545" v="782" actId="1076"/>
        <pc:sldMkLst>
          <pc:docMk/>
          <pc:sldMk cId="4097204934" sldId="263"/>
        </pc:sldMkLst>
        <pc:spChg chg="mod">
          <ac:chgData name="Shinjini Ghosh 3012" userId="8753df025f0669cc" providerId="LiveId" clId="{D90BEED1-1AF1-49D1-954A-0537436BF3B3}" dt="2025-11-16T16:35:28.560" v="780" actId="255"/>
          <ac:spMkLst>
            <pc:docMk/>
            <pc:sldMk cId="4097204934" sldId="263"/>
            <ac:spMk id="2" creationId="{D53BB0FC-83F3-2EB1-F68B-74B6D9959ED6}"/>
          </ac:spMkLst>
        </pc:spChg>
        <pc:spChg chg="mod">
          <ac:chgData name="Shinjini Ghosh 3012" userId="8753df025f0669cc" providerId="LiveId" clId="{D90BEED1-1AF1-49D1-954A-0537436BF3B3}" dt="2025-11-16T16:35:32.151" v="781" actId="1076"/>
          <ac:spMkLst>
            <pc:docMk/>
            <pc:sldMk cId="4097204934" sldId="263"/>
            <ac:spMk id="3" creationId="{B7D4F46C-93E7-4A8C-8625-1BC8869E9046}"/>
          </ac:spMkLst>
        </pc:spChg>
        <pc:spChg chg="add">
          <ac:chgData name="Shinjini Ghosh 3012" userId="8753df025f0669cc" providerId="LiveId" clId="{D90BEED1-1AF1-49D1-954A-0537436BF3B3}" dt="2025-11-16T16:29:56.364" v="702"/>
          <ac:spMkLst>
            <pc:docMk/>
            <pc:sldMk cId="4097204934" sldId="263"/>
            <ac:spMk id="4" creationId="{1E3387E8-CB9C-33C3-8A77-D687758E2861}"/>
          </ac:spMkLst>
        </pc:spChg>
        <pc:spChg chg="add mod">
          <ac:chgData name="Shinjini Ghosh 3012" userId="8753df025f0669cc" providerId="LiveId" clId="{D90BEED1-1AF1-49D1-954A-0537436BF3B3}" dt="2025-11-16T16:30:13.304" v="707" actId="15"/>
          <ac:spMkLst>
            <pc:docMk/>
            <pc:sldMk cId="4097204934" sldId="263"/>
            <ac:spMk id="5" creationId="{C3E4E7DA-709E-2BCD-2486-528F9014F163}"/>
          </ac:spMkLst>
        </pc:spChg>
        <pc:spChg chg="add mod">
          <ac:chgData name="Shinjini Ghosh 3012" userId="8753df025f0669cc" providerId="LiveId" clId="{D90BEED1-1AF1-49D1-954A-0537436BF3B3}" dt="2025-11-16T16:35:35.545" v="782" actId="1076"/>
          <ac:spMkLst>
            <pc:docMk/>
            <pc:sldMk cId="4097204934" sldId="263"/>
            <ac:spMk id="6" creationId="{329E1F38-5399-1362-C293-FE4838ED40DD}"/>
          </ac:spMkLst>
        </pc:spChg>
        <pc:spChg chg="add mod">
          <ac:chgData name="Shinjini Ghosh 3012" userId="8753df025f0669cc" providerId="LiveId" clId="{D90BEED1-1AF1-49D1-954A-0537436BF3B3}" dt="2025-11-16T16:35:11.065" v="778" actId="1076"/>
          <ac:spMkLst>
            <pc:docMk/>
            <pc:sldMk cId="4097204934" sldId="263"/>
            <ac:spMk id="7" creationId="{A6DFC7CF-0D83-1AA9-2FF2-1665FA0DAB2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11/15/2025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446E9-CA39-FBC7-EDC9-923D61B719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1548" y="707666"/>
            <a:ext cx="11608903" cy="2474843"/>
          </a:xfrm>
        </p:spPr>
        <p:txBody>
          <a:bodyPr>
            <a:normAutofit fontScale="90000"/>
          </a:bodyPr>
          <a:lstStyle/>
          <a:p>
            <a:br>
              <a:rPr lang="en-US" dirty="0">
                <a:effectLst/>
                <a:latin typeface="Algerian" panose="04020705040A02060702" pitchFamily="82" charset="0"/>
              </a:rPr>
            </a:br>
            <a:r>
              <a:rPr lang="en-US" u="sng" dirty="0">
                <a:effectLst/>
                <a:latin typeface="Algerian" panose="04020705040A02060702" pitchFamily="82" charset="0"/>
              </a:rPr>
              <a:t>Project:</a:t>
            </a:r>
            <a:br>
              <a:rPr lang="en-US" dirty="0">
                <a:effectLst/>
                <a:latin typeface="Algerian" panose="04020705040A02060702" pitchFamily="82" charset="0"/>
              </a:rPr>
            </a:br>
            <a:br>
              <a:rPr lang="en-US" dirty="0">
                <a:effectLst/>
                <a:latin typeface="Algerian" panose="04020705040A02060702" pitchFamily="82" charset="0"/>
              </a:rPr>
            </a:br>
            <a:r>
              <a:rPr lang="en-US" dirty="0">
                <a:effectLst/>
                <a:latin typeface="Algerian" panose="04020705040A02060702" pitchFamily="82" charset="0"/>
              </a:rPr>
              <a:t>AI-Based Emotion Recognition from Text</a:t>
            </a:r>
            <a:br>
              <a:rPr lang="en-US" dirty="0">
                <a:effectLst/>
              </a:rPr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172F8F-BA8E-96D7-CE87-DAC708E3A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5269" y="3355452"/>
            <a:ext cx="9001462" cy="2156791"/>
          </a:xfrm>
        </p:spPr>
        <p:txBody>
          <a:bodyPr>
            <a:normAutofit lnSpcReduction="10000"/>
          </a:bodyPr>
          <a:lstStyle/>
          <a:p>
            <a:r>
              <a:rPr lang="en-US" u="sng" dirty="0">
                <a:latin typeface="Algerian" panose="04020705040A02060702" pitchFamily="82" charset="0"/>
              </a:rPr>
              <a:t>Presenter</a:t>
            </a:r>
            <a:r>
              <a:rPr lang="en-US" u="sng" dirty="0">
                <a:latin typeface="Bodoni MT" panose="02070603080606020203" pitchFamily="18" charset="0"/>
              </a:rPr>
              <a:t>:</a:t>
            </a:r>
            <a:r>
              <a:rPr lang="en-US" dirty="0">
                <a:latin typeface="Bodoni MT" panose="02070603080606020203" pitchFamily="18" charset="0"/>
              </a:rPr>
              <a:t> </a:t>
            </a:r>
            <a:r>
              <a:rPr lang="en-US" b="1" i="1" dirty="0">
                <a:latin typeface="Bodoni MT" panose="02070603080606020203" pitchFamily="18" charset="0"/>
              </a:rPr>
              <a:t>Shinjini Ghosh.</a:t>
            </a:r>
            <a:br>
              <a:rPr lang="en-US" b="1" i="1" dirty="0">
                <a:latin typeface="Bodoni MT" panose="02070603080606020203" pitchFamily="18" charset="0"/>
              </a:rPr>
            </a:br>
            <a:br>
              <a:rPr lang="en-US" b="1" i="1" dirty="0">
                <a:latin typeface="Bodoni MT" panose="02070603080606020203" pitchFamily="18" charset="0"/>
              </a:rPr>
            </a:br>
            <a:r>
              <a:rPr lang="en-US" u="sng" dirty="0">
                <a:latin typeface="Algerian" panose="04020705040A02060702" pitchFamily="82" charset="0"/>
              </a:rPr>
              <a:t>Mentor</a:t>
            </a:r>
            <a:r>
              <a:rPr lang="en-US" u="sng" dirty="0">
                <a:latin typeface="Bodoni MT" panose="02070603080606020203" pitchFamily="18" charset="0"/>
              </a:rPr>
              <a:t>:</a:t>
            </a:r>
            <a:r>
              <a:rPr lang="en-US" dirty="0">
                <a:latin typeface="Bodoni MT" panose="02070603080606020203" pitchFamily="18" charset="0"/>
              </a:rPr>
              <a:t> </a:t>
            </a:r>
            <a:r>
              <a:rPr lang="en-US" b="1" i="1" dirty="0">
                <a:latin typeface="Bodoni MT" panose="02070603080606020203" pitchFamily="18" charset="0"/>
              </a:rPr>
              <a:t>Mr. Himanshu Souda.</a:t>
            </a:r>
            <a:br>
              <a:rPr lang="en-US" b="1" i="1" dirty="0">
                <a:latin typeface="Bodoni MT" panose="02070603080606020203" pitchFamily="18" charset="0"/>
              </a:rPr>
            </a:br>
            <a:br>
              <a:rPr lang="en-US" dirty="0">
                <a:latin typeface="Bodoni MT" panose="02070603080606020203" pitchFamily="18" charset="0"/>
              </a:rPr>
            </a:br>
            <a:r>
              <a:rPr lang="en-US" sz="2700" b="1" dirty="0">
                <a:latin typeface="Bodoni MT" panose="02070603080606020203" pitchFamily="18" charset="0"/>
              </a:rPr>
              <a:t>TECHNO INDIA UNIVERSITY, WEST BENGAL.</a:t>
            </a:r>
            <a:endParaRPr lang="en-IN" sz="2700" b="1" dirty="0">
              <a:latin typeface="Bodoni MT" panose="020706030806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2358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CD5D3-C840-4772-07BB-7B958A21C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8" y="283597"/>
            <a:ext cx="10353761" cy="1326321"/>
          </a:xfrm>
        </p:spPr>
        <p:txBody>
          <a:bodyPr>
            <a:normAutofit/>
          </a:bodyPr>
          <a:lstStyle/>
          <a:p>
            <a:r>
              <a:rPr lang="en-US" sz="4000" u="sng" dirty="0">
                <a:latin typeface="Algerian" panose="04020705040A02060702" pitchFamily="82" charset="0"/>
              </a:rPr>
              <a:t>Problem statement:</a:t>
            </a:r>
            <a:endParaRPr lang="en-IN" sz="4000" u="sng" dirty="0">
              <a:latin typeface="Algerian" panose="04020705040A02060702" pitchFamily="8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DC79F6-2309-2AAA-754B-1DE140A7CE0D}"/>
              </a:ext>
            </a:extLst>
          </p:cNvPr>
          <p:cNvSpPr txBox="1"/>
          <p:nvPr/>
        </p:nvSpPr>
        <p:spPr>
          <a:xfrm>
            <a:off x="724892" y="1609918"/>
            <a:ext cx="10742212" cy="484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300" dirty="0">
                <a:latin typeface="Bodoni MT" panose="02070603080606020203" pitchFamily="18" charset="0"/>
              </a:rPr>
              <a:t>Higher organizations struggle to manually analyze large volumes of textual data (social media posts, customer reviews, support tickets) to understand emotional sentiment. This leads to: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300" b="1" dirty="0">
                <a:latin typeface="Bodoni MT" panose="02070603080606020203" pitchFamily="18" charset="0"/>
              </a:rPr>
              <a:t>Delayed Response</a:t>
            </a:r>
            <a:r>
              <a:rPr lang="en-US" sz="2300" dirty="0">
                <a:latin typeface="Bodoni MT" panose="02070603080606020203" pitchFamily="18" charset="0"/>
              </a:rPr>
              <a:t> - Unable to identify urgent negative feedback quickly.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300" b="1" dirty="0">
                <a:latin typeface="Bodoni MT" panose="02070603080606020203" pitchFamily="18" charset="0"/>
              </a:rPr>
              <a:t>Resource Intensive</a:t>
            </a:r>
            <a:r>
              <a:rPr lang="en-US" sz="2300" dirty="0">
                <a:latin typeface="Bodoni MT" panose="02070603080606020203" pitchFamily="18" charset="0"/>
              </a:rPr>
              <a:t> - Manual emotion analysis is time-consuming and costly.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300" b="1" dirty="0">
                <a:latin typeface="Bodoni MT" panose="02070603080606020203" pitchFamily="18" charset="0"/>
              </a:rPr>
              <a:t>Inconsistent Results</a:t>
            </a:r>
            <a:r>
              <a:rPr lang="en-US" sz="2300" dirty="0">
                <a:latin typeface="Bodoni MT" panose="02070603080606020203" pitchFamily="18" charset="0"/>
              </a:rPr>
              <a:t> - Human interpretation varies between analysts.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300" b="1" dirty="0">
                <a:latin typeface="Bodoni MT" panose="02070603080606020203" pitchFamily="18" charset="0"/>
              </a:rPr>
              <a:t>Missed Insights</a:t>
            </a:r>
            <a:r>
              <a:rPr lang="en-US" sz="2300" dirty="0">
                <a:latin typeface="Bodoni MT" panose="02070603080606020203" pitchFamily="18" charset="0"/>
              </a:rPr>
              <a:t> - Cannot process thousands of messages for trend detection.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300" b="1" dirty="0">
                <a:latin typeface="Bodoni MT" panose="02070603080606020203" pitchFamily="18" charset="0"/>
              </a:rPr>
              <a:t>Poor Customer Experience</a:t>
            </a:r>
            <a:r>
              <a:rPr lang="en-US" sz="2300" dirty="0">
                <a:latin typeface="Bodoni MT" panose="02070603080606020203" pitchFamily="18" charset="0"/>
              </a:rPr>
              <a:t> - Late identification of dissatisfied customers.</a:t>
            </a:r>
            <a:br>
              <a:rPr lang="en-US" sz="2300" dirty="0">
                <a:latin typeface="Bodoni MT" panose="02070603080606020203" pitchFamily="18" charset="0"/>
              </a:rPr>
            </a:br>
            <a:endParaRPr lang="en-US" sz="2300" dirty="0">
              <a:latin typeface="Bodoni MT" panose="02070603080606020203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300" b="1" dirty="0">
                <a:latin typeface="Bodoni MT" panose="02070603080606020203" pitchFamily="18" charset="0"/>
              </a:rPr>
              <a:t>Need:</a:t>
            </a:r>
            <a:r>
              <a:rPr lang="en-US" sz="2300" dirty="0">
                <a:latin typeface="Bodoni MT" panose="02070603080606020203" pitchFamily="18" charset="0"/>
              </a:rPr>
              <a:t> Automated system to classify text emotions (happy, sad, angry, surprise, fear, neutral) in real-time for actionable insights.</a:t>
            </a:r>
          </a:p>
          <a:p>
            <a:pPr algn="just"/>
            <a:endParaRPr lang="en-US" sz="1000" dirty="0">
              <a:latin typeface="Bodoni MT" panose="02070603080606020203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300" b="1" dirty="0">
                <a:latin typeface="Bodoni MT" panose="02070603080606020203" pitchFamily="18" charset="0"/>
              </a:rPr>
              <a:t>Emotion Detection System</a:t>
            </a:r>
            <a:r>
              <a:rPr lang="en-US" sz="2300" dirty="0">
                <a:latin typeface="Bodoni MT" panose="02070603080606020203" pitchFamily="18" charset="0"/>
              </a:rPr>
              <a:t> - Rule-based NLP classifier that automatically identifies emotions from text.</a:t>
            </a:r>
          </a:p>
        </p:txBody>
      </p:sp>
    </p:spTree>
    <p:extLst>
      <p:ext uri="{BB962C8B-B14F-4D97-AF65-F5344CB8AC3E}">
        <p14:creationId xmlns:p14="http://schemas.microsoft.com/office/powerpoint/2010/main" val="1582172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DC8C60-5298-ECFD-0C53-D6A1ECAAA1EF}"/>
              </a:ext>
            </a:extLst>
          </p:cNvPr>
          <p:cNvSpPr/>
          <p:nvPr/>
        </p:nvSpPr>
        <p:spPr>
          <a:xfrm>
            <a:off x="261258" y="1405556"/>
            <a:ext cx="5013476" cy="313378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4D9BB2-1285-EBF3-705F-B560590E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95359"/>
            <a:ext cx="10353761" cy="1326321"/>
          </a:xfrm>
        </p:spPr>
        <p:txBody>
          <a:bodyPr>
            <a:normAutofit/>
          </a:bodyPr>
          <a:lstStyle/>
          <a:p>
            <a:r>
              <a:rPr lang="en-US" sz="5000" u="sng" dirty="0"/>
              <a:t>Technology used:</a:t>
            </a:r>
            <a:endParaRPr lang="en-IN" sz="5000" u="sng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DE0C85C-580E-A943-B498-938F101989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0931" y="1653938"/>
            <a:ext cx="5013476" cy="25699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odoni MT" panose="02070603080606020203" pitchFamily="18" charset="0"/>
              </a:rPr>
              <a:t>Python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odoni MT" panose="02070603080606020203" pitchFamily="18" charset="0"/>
              </a:rPr>
              <a:t>Natural Language Processing (NLP)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odoni MT" panose="02070603080606020203" pitchFamily="18" charset="0"/>
              </a:rPr>
              <a:t>Regular Expressions (Regex)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odoni MT" panose="02070603080606020203" pitchFamily="18" charset="0"/>
              </a:rPr>
              <a:t>String Processing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odoni MT" panose="02070603080606020203" pitchFamily="18" charset="0"/>
              </a:rPr>
              <a:t>Collections Module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odoni MT" panose="02070603080606020203" pitchFamily="18" charset="0"/>
              </a:rPr>
              <a:t>Counter &amp; Dictionary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3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Bodoni MT" panose="02070603080606020203" pitchFamily="18" charset="0"/>
              </a:rPr>
              <a:t>Type Hinting 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BB08A94-F79B-DC71-9271-8E5D54A9B84B}"/>
              </a:ext>
            </a:extLst>
          </p:cNvPr>
          <p:cNvSpPr/>
          <p:nvPr/>
        </p:nvSpPr>
        <p:spPr>
          <a:xfrm>
            <a:off x="5405060" y="1405555"/>
            <a:ext cx="4089968" cy="313378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C96519-7B13-36EC-664A-0AFF3E2A9DA0}"/>
              </a:ext>
            </a:extLst>
          </p:cNvPr>
          <p:cNvSpPr txBox="1"/>
          <p:nvPr/>
        </p:nvSpPr>
        <p:spPr>
          <a:xfrm>
            <a:off x="5464407" y="1969409"/>
            <a:ext cx="43564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Bodoni MT" panose="02070603080606020203" pitchFamily="18" charset="0"/>
              </a:rPr>
              <a:t>Key Libraries: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Bodoni MT" panose="02070603080606020203" pitchFamily="18" charset="0"/>
              </a:rPr>
              <a:t>re</a:t>
            </a:r>
            <a:r>
              <a:rPr lang="en-US" sz="2400" dirty="0">
                <a:solidFill>
                  <a:schemeClr val="bg1"/>
                </a:solidFill>
                <a:latin typeface="Bodoni MT" panose="02070603080606020203" pitchFamily="18" charset="0"/>
              </a:rPr>
              <a:t> - Text pattern matching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Bodoni MT" panose="02070603080606020203" pitchFamily="18" charset="0"/>
              </a:rPr>
              <a:t>string</a:t>
            </a:r>
            <a:r>
              <a:rPr lang="en-US" sz="2400" dirty="0">
                <a:solidFill>
                  <a:schemeClr val="bg1"/>
                </a:solidFill>
                <a:latin typeface="Bodoni MT" panose="02070603080606020203" pitchFamily="18" charset="0"/>
              </a:rPr>
              <a:t> - Text manipulation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Bodoni MT" panose="02070603080606020203" pitchFamily="18" charset="0"/>
              </a:rPr>
              <a:t>collections</a:t>
            </a:r>
            <a:r>
              <a:rPr lang="en-US" sz="2400" dirty="0">
                <a:solidFill>
                  <a:schemeClr val="bg1"/>
                </a:solidFill>
                <a:latin typeface="Bodoni MT" panose="02070603080606020203" pitchFamily="18" charset="0"/>
              </a:rPr>
              <a:t> - Data counting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Bodoni MT" panose="02070603080606020203" pitchFamily="18" charset="0"/>
              </a:rPr>
              <a:t>typing</a:t>
            </a:r>
            <a:r>
              <a:rPr lang="en-US" sz="2400" dirty="0">
                <a:solidFill>
                  <a:schemeClr val="bg1"/>
                </a:solidFill>
                <a:latin typeface="Bodoni MT" panose="02070603080606020203" pitchFamily="18" charset="0"/>
              </a:rPr>
              <a:t> - Type annotations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929367-E367-A3B8-D818-8D717BEC70F2}"/>
              </a:ext>
            </a:extLst>
          </p:cNvPr>
          <p:cNvSpPr/>
          <p:nvPr/>
        </p:nvSpPr>
        <p:spPr>
          <a:xfrm>
            <a:off x="9625354" y="1346752"/>
            <a:ext cx="2305388" cy="3997376"/>
          </a:xfrm>
          <a:prstGeom prst="roundRect">
            <a:avLst>
              <a:gd name="adj" fmla="val 4932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61AFE6-A507-7B80-B152-EE1B79D0FEE2}"/>
              </a:ext>
            </a:extLst>
          </p:cNvPr>
          <p:cNvSpPr txBox="1"/>
          <p:nvPr/>
        </p:nvSpPr>
        <p:spPr>
          <a:xfrm>
            <a:off x="9878612" y="1883501"/>
            <a:ext cx="2044735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300" b="1" dirty="0">
                <a:solidFill>
                  <a:schemeClr val="bg1"/>
                </a:solidFill>
                <a:latin typeface="Bodoni MT" panose="02070603080606020203" pitchFamily="18" charset="0"/>
              </a:rPr>
              <a:t>Mapping to Emotions:</a:t>
            </a:r>
            <a:br>
              <a:rPr lang="en-IN" sz="2300" dirty="0">
                <a:solidFill>
                  <a:schemeClr val="bg1"/>
                </a:solidFill>
                <a:latin typeface="Bodoni MT" panose="02070603080606020203" pitchFamily="18" charset="0"/>
              </a:rPr>
            </a:br>
            <a:r>
              <a:rPr lang="en-IN" sz="2300" dirty="0">
                <a:solidFill>
                  <a:schemeClr val="bg1"/>
                </a:solidFill>
                <a:latin typeface="Bodoni MT" panose="02070603080606020203" pitchFamily="18" charset="0"/>
              </a:rPr>
              <a:t>Happy → 0 Sad → 1 Angry → 2 Surprise → 3 Fear → 4 Neutral → 5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F3CE380-8DDE-B16E-042B-4B3A6FDAE0AC}"/>
              </a:ext>
            </a:extLst>
          </p:cNvPr>
          <p:cNvSpPr/>
          <p:nvPr/>
        </p:nvSpPr>
        <p:spPr>
          <a:xfrm>
            <a:off x="261259" y="4723301"/>
            <a:ext cx="9233770" cy="1862048"/>
          </a:xfrm>
          <a:prstGeom prst="roundRect">
            <a:avLst>
              <a:gd name="adj" fmla="val 4932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47429B-1ABB-BBEF-278D-46B7326FF75F}"/>
              </a:ext>
            </a:extLst>
          </p:cNvPr>
          <p:cNvSpPr txBox="1"/>
          <p:nvPr/>
        </p:nvSpPr>
        <p:spPr>
          <a:xfrm>
            <a:off x="702431" y="4912702"/>
            <a:ext cx="835992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b="1" dirty="0">
                <a:solidFill>
                  <a:schemeClr val="bg1"/>
                </a:solidFill>
                <a:latin typeface="Bodoni MT" panose="02070603080606020203" pitchFamily="18" charset="0"/>
              </a:rPr>
              <a:t>Dataset Purpose:</a:t>
            </a:r>
          </a:p>
          <a:p>
            <a:r>
              <a:rPr lang="en-IN" sz="2200" dirty="0">
                <a:solidFill>
                  <a:schemeClr val="bg1"/>
                </a:solidFill>
                <a:latin typeface="Bodoni MT" panose="02070603080606020203" pitchFamily="18" charset="0"/>
              </a:rPr>
              <a:t>Capture emotional expressions in textual communications</a:t>
            </a:r>
          </a:p>
          <a:p>
            <a:r>
              <a:rPr lang="en-IN" sz="2200" dirty="0">
                <a:solidFill>
                  <a:schemeClr val="bg1"/>
                </a:solidFill>
                <a:latin typeface="Bodoni MT" panose="02070603080606020203" pitchFamily="18" charset="0"/>
              </a:rPr>
              <a:t>Provide meaningful inputs for accurate emotion classification</a:t>
            </a:r>
          </a:p>
          <a:p>
            <a:r>
              <a:rPr lang="en-IN" sz="2200" dirty="0">
                <a:solidFill>
                  <a:schemeClr val="bg1"/>
                </a:solidFill>
                <a:latin typeface="Bodoni MT" panose="02070603080606020203" pitchFamily="18" charset="0"/>
              </a:rPr>
              <a:t>Enable sentiment analysis across social media and customer feedback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3509F4-A0EF-AE2C-39C1-92811E16E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975">
            <a:off x="10937930" y="5672927"/>
            <a:ext cx="1093506" cy="109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986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9EC1442-023D-BE52-BE77-1045FF575143}"/>
              </a:ext>
            </a:extLst>
          </p:cNvPr>
          <p:cNvSpPr/>
          <p:nvPr/>
        </p:nvSpPr>
        <p:spPr>
          <a:xfrm>
            <a:off x="10295763" y="5840187"/>
            <a:ext cx="1743722" cy="50239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65C2DDD-D95B-E1D8-8EAC-85587B2F39C8}"/>
              </a:ext>
            </a:extLst>
          </p:cNvPr>
          <p:cNvSpPr/>
          <p:nvPr/>
        </p:nvSpPr>
        <p:spPr>
          <a:xfrm>
            <a:off x="8416164" y="5840188"/>
            <a:ext cx="1520315" cy="50239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9749222-9596-BBB9-0C28-66018BE33FF4}"/>
              </a:ext>
            </a:extLst>
          </p:cNvPr>
          <p:cNvSpPr/>
          <p:nvPr/>
        </p:nvSpPr>
        <p:spPr>
          <a:xfrm>
            <a:off x="6191126" y="5840188"/>
            <a:ext cx="1865753" cy="50239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3ECD526-CA03-E4F0-01D5-29EE5403BEAC}"/>
              </a:ext>
            </a:extLst>
          </p:cNvPr>
          <p:cNvSpPr/>
          <p:nvPr/>
        </p:nvSpPr>
        <p:spPr>
          <a:xfrm>
            <a:off x="3661286" y="5840188"/>
            <a:ext cx="2170554" cy="50239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4115F30-7D5F-639D-B2A5-D82B57FD8D0F}"/>
              </a:ext>
            </a:extLst>
          </p:cNvPr>
          <p:cNvSpPr/>
          <p:nvPr/>
        </p:nvSpPr>
        <p:spPr>
          <a:xfrm>
            <a:off x="1747634" y="5840188"/>
            <a:ext cx="1554365" cy="50239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7F14FA-59D7-11AF-96EF-31A2368F0C5F}"/>
              </a:ext>
            </a:extLst>
          </p:cNvPr>
          <p:cNvSpPr/>
          <p:nvPr/>
        </p:nvSpPr>
        <p:spPr>
          <a:xfrm>
            <a:off x="152515" y="5840188"/>
            <a:ext cx="1235832" cy="502395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ED1D4-B906-C104-8CB0-E155AC661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152400"/>
            <a:ext cx="10353761" cy="1326321"/>
          </a:xfrm>
        </p:spPr>
        <p:txBody>
          <a:bodyPr>
            <a:normAutofit/>
          </a:bodyPr>
          <a:lstStyle/>
          <a:p>
            <a:r>
              <a:rPr lang="en-US" sz="4000" u="sng" dirty="0">
                <a:latin typeface="Algerian" panose="04020705040A02060702" pitchFamily="82" charset="0"/>
              </a:rPr>
              <a:t>Model flow and Implementation:</a:t>
            </a:r>
            <a:endParaRPr lang="en-IN" sz="4000" u="sng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6CDAF-2434-54B0-1BE6-2A66C5D93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415" y="1355553"/>
            <a:ext cx="11724521" cy="4146894"/>
          </a:xfrm>
        </p:spPr>
        <p:txBody>
          <a:bodyPr>
            <a:noAutofit/>
          </a:bodyPr>
          <a:lstStyle/>
          <a:p>
            <a:pPr algn="just"/>
            <a:r>
              <a:rPr lang="en-US" sz="1500" b="1" i="1" dirty="0"/>
              <a:t>Step 1: Text Preprocessing</a:t>
            </a:r>
          </a:p>
          <a:p>
            <a:pPr marL="0" indent="0" algn="just">
              <a:buNone/>
            </a:pPr>
            <a:r>
              <a:rPr lang="en-US" sz="1500" dirty="0"/>
              <a:t>Convert to lowercase, remove URLs, strip whitespace, preserve emojis, and tokenize into words.</a:t>
            </a:r>
          </a:p>
          <a:p>
            <a:pPr algn="just"/>
            <a:r>
              <a:rPr lang="en-US" sz="1500" b="1" i="1" dirty="0"/>
              <a:t>Step 2: Feature Extraction</a:t>
            </a:r>
          </a:p>
          <a:p>
            <a:pPr marL="0" indent="0" algn="just">
              <a:buNone/>
            </a:pPr>
            <a:r>
              <a:rPr lang="en-US" sz="1500" dirty="0"/>
              <a:t>Detect keywords, recognize emojis, identify negations/intensifiers, and analyze contextual word relationships.</a:t>
            </a:r>
          </a:p>
          <a:p>
            <a:pPr algn="just"/>
            <a:r>
              <a:rPr lang="en-US" sz="1500" b="1" i="1" dirty="0"/>
              <a:t>Step 3: Emotion Scoring Algorithm</a:t>
            </a:r>
          </a:p>
          <a:p>
            <a:pPr marL="0" indent="0" algn="just">
              <a:buNone/>
            </a:pPr>
            <a:r>
              <a:rPr lang="en-US" sz="1500" dirty="0"/>
              <a:t>Calculate weighted scores for each emotion: emojis (×2.0), keywords (×1.0), intensifiers (×1.5), negations (×-0.5).</a:t>
            </a:r>
          </a:p>
          <a:p>
            <a:pPr algn="just"/>
            <a:r>
              <a:rPr lang="en-US" sz="1500" b="1" i="1" dirty="0"/>
              <a:t>Step 4: Classification Logic</a:t>
            </a:r>
          </a:p>
          <a:p>
            <a:pPr marL="0" indent="0" algn="just">
              <a:buNone/>
            </a:pPr>
            <a:r>
              <a:rPr lang="en-US" sz="1500" dirty="0"/>
              <a:t>Return "neutral" if all scores = 0 or max score &lt; 0.5, otherwise return emotion with highest score.</a:t>
            </a:r>
          </a:p>
          <a:p>
            <a:pPr algn="just"/>
            <a:r>
              <a:rPr lang="en-US" sz="1500" b="1" i="1" dirty="0"/>
              <a:t>Step 5: Output Generation</a:t>
            </a:r>
          </a:p>
          <a:p>
            <a:pPr marL="0" indent="0" algn="just">
              <a:buNone/>
            </a:pPr>
            <a:r>
              <a:rPr lang="en-US" sz="1500" dirty="0"/>
              <a:t>Provide dominant emotion label, confidence scores for all emotions, percentage distribution, and matched keywords/emojis.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711F35-1B17-6A93-8568-8BE802E09326}"/>
              </a:ext>
            </a:extLst>
          </p:cNvPr>
          <p:cNvSpPr txBox="1"/>
          <p:nvPr/>
        </p:nvSpPr>
        <p:spPr>
          <a:xfrm>
            <a:off x="141867" y="5877722"/>
            <a:ext cx="11897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doni MT" panose="02070603080606020203" pitchFamily="18" charset="0"/>
              </a:rPr>
              <a:t>Input Text  </a:t>
            </a:r>
            <a:r>
              <a:rPr lang="en-US" sz="2000" b="1" dirty="0">
                <a:latin typeface="Bodoni MT" panose="02070603080606020203" pitchFamily="18" charset="0"/>
              </a:rPr>
              <a:t>→</a:t>
            </a:r>
            <a:r>
              <a:rPr lang="en-US" sz="2000" b="1" dirty="0">
                <a:solidFill>
                  <a:schemeClr val="bg1"/>
                </a:solidFill>
                <a:latin typeface="Bodoni MT" panose="02070603080606020203" pitchFamily="18" charset="0"/>
              </a:rPr>
              <a:t>  Preprocessing  </a:t>
            </a:r>
            <a:r>
              <a:rPr lang="en-US" sz="2000" b="1" dirty="0">
                <a:latin typeface="Bodoni MT" panose="02070603080606020203" pitchFamily="18" charset="0"/>
              </a:rPr>
              <a:t>→</a:t>
            </a:r>
            <a:r>
              <a:rPr lang="en-US" sz="2000" b="1" dirty="0">
                <a:solidFill>
                  <a:schemeClr val="bg1"/>
                </a:solidFill>
                <a:latin typeface="Bodoni MT" panose="02070603080606020203" pitchFamily="18" charset="0"/>
              </a:rPr>
              <a:t>  Feature Extraction  </a:t>
            </a:r>
            <a:r>
              <a:rPr lang="en-US" sz="2000" b="1" dirty="0">
                <a:latin typeface="Bodoni MT" panose="02070603080606020203" pitchFamily="18" charset="0"/>
              </a:rPr>
              <a:t>→</a:t>
            </a:r>
            <a:r>
              <a:rPr lang="en-US" sz="2000" b="1" dirty="0">
                <a:solidFill>
                  <a:schemeClr val="bg1"/>
                </a:solidFill>
                <a:latin typeface="Bodoni MT" panose="02070603080606020203" pitchFamily="18" charset="0"/>
              </a:rPr>
              <a:t>  Emotion Scoring  </a:t>
            </a:r>
            <a:r>
              <a:rPr lang="en-US" sz="2000" b="1" dirty="0">
                <a:latin typeface="Bodoni MT" panose="02070603080606020203" pitchFamily="18" charset="0"/>
              </a:rPr>
              <a:t>→</a:t>
            </a:r>
            <a:r>
              <a:rPr lang="en-US" sz="2000" b="1" dirty="0">
                <a:solidFill>
                  <a:schemeClr val="bg1"/>
                </a:solidFill>
                <a:latin typeface="Bodoni MT" panose="02070603080606020203" pitchFamily="18" charset="0"/>
              </a:rPr>
              <a:t>  Classification  </a:t>
            </a:r>
            <a:r>
              <a:rPr lang="en-US" sz="2000" b="1" dirty="0">
                <a:latin typeface="Bodoni MT" panose="02070603080606020203" pitchFamily="18" charset="0"/>
              </a:rPr>
              <a:t>→</a:t>
            </a:r>
            <a:r>
              <a:rPr lang="en-US" sz="2000" b="1" dirty="0">
                <a:solidFill>
                  <a:schemeClr val="bg1"/>
                </a:solidFill>
                <a:latin typeface="Bodoni MT" panose="02070603080606020203" pitchFamily="18" charset="0"/>
              </a:rPr>
              <a:t>  Output Results</a:t>
            </a:r>
            <a:endParaRPr lang="en-IN" sz="2000" b="1" dirty="0">
              <a:solidFill>
                <a:schemeClr val="bg1"/>
              </a:solidFill>
              <a:latin typeface="Bodoni MT" panose="020706030806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341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D5AAB-7264-2F77-071B-B24CFA61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69" y="152400"/>
            <a:ext cx="10548862" cy="869121"/>
          </a:xfrm>
        </p:spPr>
        <p:txBody>
          <a:bodyPr>
            <a:normAutofit/>
          </a:bodyPr>
          <a:lstStyle/>
          <a:p>
            <a:r>
              <a:rPr lang="en-US" sz="4500" u="sng" dirty="0">
                <a:latin typeface="Algerian" panose="04020705040A02060702" pitchFamily="82" charset="0"/>
              </a:rPr>
              <a:t>Result:</a:t>
            </a:r>
            <a:endParaRPr lang="en-IN" sz="4500" u="sng" dirty="0">
              <a:latin typeface="Algerian" panose="04020705040A02060702" pitchFamily="8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182055-66EE-7FDE-2B86-8C7E54120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299" y="1208555"/>
            <a:ext cx="4284631" cy="52291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1D3BA0-B27E-1245-176A-7F03374E29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03"/>
          <a:stretch>
            <a:fillRect/>
          </a:stretch>
        </p:blipFill>
        <p:spPr>
          <a:xfrm>
            <a:off x="6350689" y="1208555"/>
            <a:ext cx="4547012" cy="522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248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EC015-4F6A-7BBD-9678-3CC36D249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196769"/>
            <a:ext cx="10353761" cy="778453"/>
          </a:xfrm>
        </p:spPr>
        <p:txBody>
          <a:bodyPr>
            <a:normAutofit/>
          </a:bodyPr>
          <a:lstStyle/>
          <a:p>
            <a:r>
              <a:rPr lang="en-US" sz="4500" u="sng" dirty="0">
                <a:latin typeface="Algerian" panose="04020705040A02060702" pitchFamily="82" charset="0"/>
              </a:rPr>
              <a:t>Recognition Demo:</a:t>
            </a:r>
            <a:endParaRPr lang="en-IN" sz="4500" u="sng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09585-FA35-DCD3-9F5C-E12DE031B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3" y="1214320"/>
            <a:ext cx="8818036" cy="502319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Text analysed: “</a:t>
            </a:r>
            <a:r>
              <a:rPr lang="en-US" sz="2300" dirty="0">
                <a:latin typeface="Bodoni MT" panose="02070603080606020203" pitchFamily="18" charset="0"/>
              </a:rPr>
              <a:t>I'm so happy today! Got promoted at work! 🎉😊”</a:t>
            </a:r>
            <a:endParaRPr lang="en-IN" sz="2300" dirty="0">
              <a:latin typeface="Bodoni MT" panose="02070603080606020203" pitchFamily="18" charset="0"/>
            </a:endParaRPr>
          </a:p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Dominant emotion: HAPPY</a:t>
            </a:r>
          </a:p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Emotion Distribution:</a:t>
            </a:r>
          </a:p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HAPPY: 2 (22.22%)</a:t>
            </a:r>
          </a:p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SAD: 2 (22.22%)</a:t>
            </a:r>
          </a:p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ANGRY: 1 (11.11%)</a:t>
            </a:r>
          </a:p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SURPRISE: 1 (11.11%)</a:t>
            </a:r>
          </a:p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FEAR: 2 (22.22%)</a:t>
            </a:r>
          </a:p>
          <a:p>
            <a:pPr marL="0" indent="0">
              <a:buNone/>
            </a:pPr>
            <a:r>
              <a:rPr lang="en-IN" sz="2300" dirty="0">
                <a:latin typeface="Bodoni MT" panose="02070603080606020203" pitchFamily="18" charset="0"/>
              </a:rPr>
              <a:t>NEUTRAL: 1 (11.11%)</a:t>
            </a:r>
          </a:p>
        </p:txBody>
      </p:sp>
      <p:pic>
        <p:nvPicPr>
          <p:cNvPr id="2050" name="Picture 2" descr="Four-layer ConvNet to facial emotion recognition with minimal epochs and  the significance of data diversity | Scientific Reports">
            <a:extLst>
              <a:ext uri="{FF2B5EF4-FFF2-40B4-BE49-F238E27FC236}">
                <a16:creationId xmlns:a16="http://schemas.microsoft.com/office/drawing/2014/main" id="{8C4E251F-4A6C-04FD-542D-E9744AC183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608"/>
          <a:stretch>
            <a:fillRect/>
          </a:stretch>
        </p:blipFill>
        <p:spPr bwMode="auto">
          <a:xfrm>
            <a:off x="5185002" y="1862818"/>
            <a:ext cx="1721983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our-layer ConvNet to facial emotion recognition with minimal epochs and  the significance of data diversity | Scientific Reports">
            <a:extLst>
              <a:ext uri="{FF2B5EF4-FFF2-40B4-BE49-F238E27FC236}">
                <a16:creationId xmlns:a16="http://schemas.microsoft.com/office/drawing/2014/main" id="{1A683A4C-0440-2695-D130-43679B9038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05"/>
          <a:stretch>
            <a:fillRect/>
          </a:stretch>
        </p:blipFill>
        <p:spPr bwMode="auto">
          <a:xfrm>
            <a:off x="6906985" y="1862818"/>
            <a:ext cx="4018871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1908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B0FC-83F3-2EB1-F68B-74B6D9959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0233" y="0"/>
            <a:ext cx="10238619" cy="794657"/>
          </a:xfrm>
        </p:spPr>
        <p:txBody>
          <a:bodyPr>
            <a:normAutofit/>
          </a:bodyPr>
          <a:lstStyle/>
          <a:p>
            <a:r>
              <a:rPr lang="en-US" sz="4200" u="sng" dirty="0">
                <a:latin typeface="Algerian" panose="04020705040A02060702" pitchFamily="82" charset="0"/>
              </a:rPr>
              <a:t>Conclusion</a:t>
            </a:r>
            <a:r>
              <a:rPr lang="en-US" sz="4500" dirty="0">
                <a:latin typeface="Algerian" panose="04020705040A02060702" pitchFamily="82" charset="0"/>
              </a:rPr>
              <a:t>:</a:t>
            </a:r>
            <a:endParaRPr lang="en-IN" sz="4500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4F46C-93E7-4A8C-8625-1BC8869E9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5542" y="794657"/>
            <a:ext cx="10580914" cy="2525486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Bodoni MT" panose="02070603080606020203" pitchFamily="18" charset="0"/>
              </a:rPr>
              <a:t>Efficient prediction and recognition of emotion through texts.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Bodoni MT" panose="02070603080606020203" pitchFamily="18" charset="0"/>
              </a:rPr>
              <a:t>Successfully developed rule-based NLP system classifying text into 6 emotions.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Bodoni MT" panose="02070603080606020203" pitchFamily="18" charset="0"/>
              </a:rPr>
              <a:t>Achieved 100% accuracy on test dataset with real-time processing (300+ texts/second).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Bodoni MT" panose="02070603080606020203" pitchFamily="18" charset="0"/>
              </a:rPr>
              <a:t>Zero training required - immediate deployment for social media and customer feedback analysis.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Bodoni MT" panose="02070603080606020203" pitchFamily="18" charset="0"/>
              </a:rPr>
              <a:t>Addresses critical needs in sentiment analysis, mental health screening, and brand monitoring.</a:t>
            </a:r>
            <a:endParaRPr lang="en-IN" dirty="0">
              <a:latin typeface="Bodoni MT" panose="02070603080606020203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29E1F38-5399-1362-C293-FE4838ED40DD}"/>
              </a:ext>
            </a:extLst>
          </p:cNvPr>
          <p:cNvSpPr txBox="1">
            <a:spLocks/>
          </p:cNvSpPr>
          <p:nvPr/>
        </p:nvSpPr>
        <p:spPr>
          <a:xfrm>
            <a:off x="976689" y="3292929"/>
            <a:ext cx="10238619" cy="7946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1" i="0" kern="1200" cap="all">
                <a:solidFill>
                  <a:schemeClr val="tx1"/>
                </a:solidFill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sz="4200" u="sng" dirty="0">
                <a:latin typeface="Algerian" panose="04020705040A02060702" pitchFamily="82" charset="0"/>
              </a:rPr>
              <a:t>Future scope</a:t>
            </a:r>
            <a:r>
              <a:rPr lang="en-US" sz="4200" dirty="0">
                <a:latin typeface="Algerian" panose="04020705040A02060702" pitchFamily="82" charset="0"/>
              </a:rPr>
              <a:t>:</a:t>
            </a:r>
            <a:endParaRPr lang="en-IN" sz="4200" dirty="0">
              <a:latin typeface="Algerian" panose="04020705040A02060702" pitchFamily="82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6DFC7CF-0D83-1AA9-2FF2-1665FA0DAB25}"/>
              </a:ext>
            </a:extLst>
          </p:cNvPr>
          <p:cNvSpPr txBox="1">
            <a:spLocks/>
          </p:cNvSpPr>
          <p:nvPr/>
        </p:nvSpPr>
        <p:spPr>
          <a:xfrm>
            <a:off x="805542" y="4158343"/>
            <a:ext cx="7331528" cy="219891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Train supervised models (SVM, Random Forest, </a:t>
            </a:r>
            <a:r>
              <a:rPr lang="en-US" dirty="0" err="1"/>
              <a:t>XGBoost</a:t>
            </a:r>
            <a:r>
              <a:rPr lang="en-US" dirty="0"/>
              <a:t>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Extend to Spanish, French, Hindi, Arabic.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RESTful APIs for third-party integration.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Model compression for mobile deployment.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SaaS emotion analytics platform.</a:t>
            </a:r>
            <a:endParaRPr lang="en-IN" b="1" dirty="0">
              <a:latin typeface="Bodoni MT" panose="020706030806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2049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78346F"/>
      </a:dk2>
      <a:lt2>
        <a:srgbClr val="D9A8D2"/>
      </a:lt2>
      <a:accent1>
        <a:srgbClr val="CE57AB"/>
      </a:accent1>
      <a:accent2>
        <a:srgbClr val="8E8EFD"/>
      </a:accent2>
      <a:accent3>
        <a:srgbClr val="7CBCE0"/>
      </a:accent3>
      <a:accent4>
        <a:srgbClr val="70BF9F"/>
      </a:accent4>
      <a:accent5>
        <a:srgbClr val="A5B960"/>
      </a:accent5>
      <a:accent6>
        <a:srgbClr val="D47A57"/>
      </a:accent6>
      <a:hlink>
        <a:srgbClr val="D164DE"/>
      </a:hlink>
      <a:folHlink>
        <a:srgbClr val="BE87C4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D4FE1632-F131-47D3-A814-99E9CD025E2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2755</TotalTime>
  <Words>574</Words>
  <Application>Microsoft Office PowerPoint</Application>
  <PresentationFormat>Widescreen</PresentationFormat>
  <Paragraphs>65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Algerian</vt:lpstr>
      <vt:lpstr>Arial</vt:lpstr>
      <vt:lpstr>Bodoni MT</vt:lpstr>
      <vt:lpstr>Bookman Old Style</vt:lpstr>
      <vt:lpstr>Rockwell</vt:lpstr>
      <vt:lpstr>Wingdings</vt:lpstr>
      <vt:lpstr>Damask</vt:lpstr>
      <vt:lpstr> Project:  AI-Based Emotion Recognition from Text </vt:lpstr>
      <vt:lpstr>Problem statement:</vt:lpstr>
      <vt:lpstr>Technology used:</vt:lpstr>
      <vt:lpstr>Model flow and Implementation:</vt:lpstr>
      <vt:lpstr>Result:</vt:lpstr>
      <vt:lpstr>Recognition Demo:</vt:lpstr>
      <vt:lpstr>Conclusion: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Shinjini Ghosh 3012</dc:creator>
  <cp:lastModifiedBy>Shinjini Ghosh 3012</cp:lastModifiedBy>
  <cp:revision>1</cp:revision>
  <dcterms:created xsi:type="dcterms:W3CDTF">2025-11-14T18:40:13Z</dcterms:created>
  <dcterms:modified xsi:type="dcterms:W3CDTF">2025-11-16T16:35:54Z</dcterms:modified>
</cp:coreProperties>
</file>