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58" r:id="rId7"/>
    <p:sldId id="25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446E9-CA39-FBC7-EDC9-923D61B71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48" y="707666"/>
            <a:ext cx="11608903" cy="2474843"/>
          </a:xfrm>
        </p:spPr>
        <p:txBody>
          <a:bodyPr>
            <a:normAutofit fontScale="90000"/>
          </a:bodyPr>
          <a:lstStyle/>
          <a:p>
            <a:br>
              <a:rPr lang="en-US" dirty="0">
                <a:effectLst/>
                <a:latin typeface="Algerian" panose="04020705040A02060702" pitchFamily="82" charset="0"/>
              </a:rPr>
            </a:br>
            <a:r>
              <a:rPr lang="en-US" u="sng" dirty="0">
                <a:effectLst/>
                <a:latin typeface="Algerian" panose="04020705040A02060702" pitchFamily="82" charset="0"/>
              </a:rPr>
              <a:t>Project:</a:t>
            </a:r>
            <a:br>
              <a:rPr lang="en-US" dirty="0">
                <a:effectLst/>
                <a:latin typeface="Algerian" panose="04020705040A02060702" pitchFamily="82" charset="0"/>
              </a:rPr>
            </a:br>
            <a:br>
              <a:rPr lang="en-US" dirty="0">
                <a:effectLst/>
                <a:latin typeface="Algerian" panose="04020705040A02060702" pitchFamily="82" charset="0"/>
              </a:rPr>
            </a:br>
            <a:r>
              <a:rPr lang="en-US" dirty="0">
                <a:effectLst/>
                <a:latin typeface="Algerian" panose="04020705040A02060702" pitchFamily="82" charset="0"/>
              </a:rPr>
              <a:t>AI-Based Emotion Recognition from Text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72F8F-BA8E-96D7-CE87-DAC708E3A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355452"/>
            <a:ext cx="9001462" cy="2156791"/>
          </a:xfrm>
        </p:spPr>
        <p:txBody>
          <a:bodyPr>
            <a:normAutofit lnSpcReduction="10000"/>
          </a:bodyPr>
          <a:lstStyle/>
          <a:p>
            <a:r>
              <a:rPr lang="en-US" u="sng" dirty="0">
                <a:latin typeface="Algerian" panose="04020705040A02060702" pitchFamily="82" charset="0"/>
              </a:rPr>
              <a:t>Presenter</a:t>
            </a:r>
            <a:r>
              <a:rPr lang="en-US" u="sng" dirty="0">
                <a:latin typeface="Bodoni MT" panose="02070603080606020203" pitchFamily="18" charset="0"/>
              </a:rPr>
              <a:t>:</a:t>
            </a:r>
            <a:r>
              <a:rPr lang="en-US" dirty="0">
                <a:latin typeface="Bodoni MT" panose="02070603080606020203" pitchFamily="18" charset="0"/>
              </a:rPr>
              <a:t> </a:t>
            </a:r>
            <a:r>
              <a:rPr lang="en-US" b="1" i="1" dirty="0">
                <a:latin typeface="Bodoni MT" panose="02070603080606020203" pitchFamily="18" charset="0"/>
              </a:rPr>
              <a:t>Shinjini Ghosh.</a:t>
            </a:r>
            <a:br>
              <a:rPr lang="en-US" b="1" i="1" dirty="0">
                <a:latin typeface="Bodoni MT" panose="02070603080606020203" pitchFamily="18" charset="0"/>
              </a:rPr>
            </a:br>
            <a:br>
              <a:rPr lang="en-US" b="1" i="1" dirty="0">
                <a:latin typeface="Bodoni MT" panose="02070603080606020203" pitchFamily="18" charset="0"/>
              </a:rPr>
            </a:br>
            <a:r>
              <a:rPr lang="en-US" u="sng" dirty="0">
                <a:latin typeface="Algerian" panose="04020705040A02060702" pitchFamily="82" charset="0"/>
              </a:rPr>
              <a:t>Mentor</a:t>
            </a:r>
            <a:r>
              <a:rPr lang="en-US" u="sng" dirty="0">
                <a:latin typeface="Bodoni MT" panose="02070603080606020203" pitchFamily="18" charset="0"/>
              </a:rPr>
              <a:t>:</a:t>
            </a:r>
            <a:r>
              <a:rPr lang="en-US" dirty="0">
                <a:latin typeface="Bodoni MT" panose="02070603080606020203" pitchFamily="18" charset="0"/>
              </a:rPr>
              <a:t> </a:t>
            </a:r>
            <a:r>
              <a:rPr lang="en-US" b="1" i="1" dirty="0">
                <a:latin typeface="Bodoni MT" panose="02070603080606020203" pitchFamily="18" charset="0"/>
              </a:rPr>
              <a:t>Mr. Himanshu Souda.</a:t>
            </a:r>
            <a:br>
              <a:rPr lang="en-US" b="1" i="1" dirty="0">
                <a:latin typeface="Bodoni MT" panose="02070603080606020203" pitchFamily="18" charset="0"/>
              </a:rPr>
            </a:br>
            <a:br>
              <a:rPr lang="en-US" dirty="0">
                <a:latin typeface="Bodoni MT" panose="02070603080606020203" pitchFamily="18" charset="0"/>
              </a:rPr>
            </a:br>
            <a:r>
              <a:rPr lang="en-US" sz="2700" b="1" dirty="0">
                <a:latin typeface="Bodoni MT" panose="02070603080606020203" pitchFamily="18" charset="0"/>
              </a:rPr>
              <a:t>TECHNO INDIA UNIVERSITY, WEST BENGAL.</a:t>
            </a:r>
            <a:endParaRPr lang="en-IN" sz="2700" b="1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358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CD5D3-C840-4772-07BB-7B958A21C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u="sng" dirty="0">
                <a:latin typeface="Algerian" panose="04020705040A02060702" pitchFamily="82" charset="0"/>
              </a:rPr>
              <a:t>Problem statement:</a:t>
            </a:r>
            <a:endParaRPr lang="en-IN" sz="4000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172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D9BB2-1285-EBF3-705F-B560590E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F7B84-844B-9053-8CC5-3BD80E5F4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986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D1D4-B906-C104-8CB0-E155AC661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6CDAF-2434-54B0-1BE6-2A66C5D93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41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0E4F5-E185-C89F-593C-85E80E068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D24C8-3AE9-D1E3-1D42-9D38E9370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863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5AAB-7264-2F77-071B-B24CFA612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D692A-FDCD-B6C0-65B6-0A668C998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24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E14B-D468-B409-8B4B-1CBF007D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DCF85-2FBA-2DF6-2525-E1AF45B71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4970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D4FE1632-F131-47D3-A814-99E9CD025E2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12</TotalTime>
  <Words>37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Bodoni MT</vt:lpstr>
      <vt:lpstr>Bookman Old Style</vt:lpstr>
      <vt:lpstr>Rockwell</vt:lpstr>
      <vt:lpstr>Damask</vt:lpstr>
      <vt:lpstr> Project:  AI-Based Emotion Recognition from Text </vt:lpstr>
      <vt:lpstr>Problem statement: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Shinjini Ghosh 3012</dc:creator>
  <cp:lastModifiedBy>Shinjini Ghosh 3012</cp:lastModifiedBy>
  <cp:revision>1</cp:revision>
  <dcterms:created xsi:type="dcterms:W3CDTF">2025-11-14T18:40:13Z</dcterms:created>
  <dcterms:modified xsi:type="dcterms:W3CDTF">2025-11-14T18:53:00Z</dcterms:modified>
</cp:coreProperties>
</file>